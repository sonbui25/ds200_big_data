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529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05840"/>
            <a:ext cx="54864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THU THẬP DỮ LIỆU ĐIỆN THOẠI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PHƯƠNG THỨC VÀ PHÂN TÍCH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NGƯỜI DÙNG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0" y="2834640"/>
            <a:ext cx="54864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DS200 — Big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[Tên SV 1] — [MSSV]   |   [Tên SV 2] — [MSSV]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[Tên Giảng viên]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6/2026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bộ dữ liệu &amp; Thống kê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41148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81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5819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dữ liệu (Crawling)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1148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208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0208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&amp; Làm sạch dữ liệu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41148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597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4597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cơ sở dữ liệu (Star Schema)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898648"/>
            <a:ext cx="41148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986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8986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YouTube Media &amp; Lưu trữ S3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411480" cy="3474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3337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bình luận &amp; Embedding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776472"/>
            <a:ext cx="411480" cy="347472"/>
          </a:xfrm>
          <a:prstGeom prst="rect">
            <a:avLst/>
          </a:prstGeom>
          <a:solidFill>
            <a:srgbClr val="1B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764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37764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RAG — Agentic AI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215384"/>
            <a:ext cx="411480" cy="3474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153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2153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Hướng phát triển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BỘ DỮ LIỆU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201168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20240" cy="201168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luận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201168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 Schema)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920240" cy="201168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MobileCity  +  YouTube Data API  +  YouTube Comments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DỮ LIỆU THEO DIMENSION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trường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 hình, độ phân giải, cảm ứng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trước/sau, flash, quay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Chipset, CPU, GPU,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nhớ trong/ngoài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Kiểu dáng, kích thước, trọng lượng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pin, dung lượng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WiFi, Bluetooth, NFC, SIM, GPS...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dim_utilities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media, radio, tính năng khác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FACT_PRODUCT — HUB TRUNG TÂM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Khóa chính, auto-increment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sản phẩm (chuẩn hóa LLM)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os_version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 hệ điều hành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VNĐ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picture_url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hình sản phẩm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tạo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1-N tới 8 bảng Dimension qua product_id (Foreign Key)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YOUTUBE &amp; LƯU TRỮ S3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9144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loại media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MP3 · Comments CSV · Transcripts 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9144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smartphone-data-s3 (ap-southeast-1)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931920" cy="9144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bảng 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dim_video_transcripts + dim_video_comments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S3 Bucket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s3://smartphone-data-s3/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audio/{product}/{id}_audio.mp3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comments/{product}/{id}_comments.csv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transcripts/{product}/{id}_transcript.json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media_log/{date}/{product}.log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XỬ LÝ DỮ LIỆU — 10 BƯỚC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0"/>
            <a:ext cx="36576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75688" y="128016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1280160"/>
            <a:ext cx="36576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75688" y="1645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4448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31336" y="128016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280160"/>
            <a:ext cx="36576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31336" y="1645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0096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86984" y="128016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6984" y="1280160"/>
            <a:ext cx="36576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86984" y="1645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95744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42632" y="128016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280160"/>
            <a:ext cx="365760" cy="32004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42632" y="1645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1B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26080"/>
            <a:ext cx="365760" cy="32004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91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32004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075688" y="292608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1B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5688" y="2926080"/>
            <a:ext cx="365760" cy="32004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75688" y="3291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84448" y="32004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831336" y="292608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1B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31336" y="2926080"/>
            <a:ext cx="365760" cy="32004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31336" y="3291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0096" y="32004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586984" y="292608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1B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6984" y="2926080"/>
            <a:ext cx="365760" cy="32004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86984" y="3291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95744" y="32004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342632" y="2926080"/>
            <a:ext cx="1508760" cy="1188720"/>
          </a:xfrm>
          <a:prstGeom prst="rect">
            <a:avLst/>
          </a:prstGeom>
          <a:solidFill>
            <a:srgbClr val="0F2740"/>
          </a:solidFill>
          <a:ln w="15240">
            <a:solidFill>
              <a:srgbClr val="1B7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42632" y="2926080"/>
            <a:ext cx="365760" cy="320040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42632" y="3291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1A: CÀO DANH SÁCH SẢN PHẨM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 requests  +  BeautifulSoup  |  Nguồn: MobileCity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Cào tất cả category slugs &amp; trang danh sách sản phẩm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Throttle: sleep(0.8s), retry mechanism, pagination tự động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để tránh mất dữ liệu khi gián đoạn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product_links.json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Chứa: product_name, url, price_vnd, image, slug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max_pages_per_slug = 60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1B: CÀO THÔNG SỐ KỸ THUẬT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 BeautifulSoup  —  Parse bảng specs HTML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từng URL sản phẩm, parse bảng thông số kỹ thuật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ánh xạ tên trường tiếng Việt sang schema 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mỗi 50 bản ghi — chống mất dữ liệu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all_product_specs_raw.json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nhóm trường: fact_product + 8 dimensions (display, camera, performance, storage, design, battery, connectivity, utilities)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2A: KHỬ TRÙNG LẶP (MD5 HASH)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pháp:  MD5 Hash trên 7 thuộc tính phần cứng bất biến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Trường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nguồn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core_count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ram_capacity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gpu_chip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battery_capacity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645920"/>
            <a:ext cx="2468880" cy="256032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08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bất biến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5508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marketing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thay đổi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2B: CHUẨN HÓA TÊN BẰNG LLM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OpenAI GPT  ·  temperature = 0.1  (deterministic)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solidFill>
            <a:srgbClr val="0E2A47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chipset + 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737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566160" y="1737360"/>
            <a:ext cx="1828800" cy="640080"/>
          </a:xfrm>
          <a:prstGeom prst="rect">
            <a:avLst/>
          </a:prstGeom>
          <a:solidFill>
            <a:srgbClr val="1B7A4A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1737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943600" y="1737360"/>
            <a:ext cx="2743200" cy="640080"/>
          </a:xfrm>
          <a:prstGeom prst="rect">
            <a:avLst/>
          </a:prstGeom>
          <a:solidFill>
            <a:srgbClr val="0E2A47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search_query_name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"Điện thoại Samsung Galaxy S24 Ultra 5G 256GB Chính hãng Mới 100%"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"Samsung Galaxy S24 Ultra Snapdragon 8 Gen 3"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auto-save mỗi 100 mẫu  ·  sleep 30s giữa batch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2C: KHỬ TRÙNG CUỐI &amp; NẠP VÀO 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 SQLAlchemy ORM  ·  PostgreSQL (AWS RDS)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94760" cy="1828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Deduplication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search_query_name trùng nhau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lần xuất hiện đầu tiên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final_ready_to_load_specs.json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4069080" cy="1828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fact_product (lấy product_id)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8 dim_* tables (FK → product_id)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đảm bảo toàn vẹn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độ: --truncate (xóa sạch &amp; nạp lại)  |  --append (chỉ thêm mới)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CƠ SỞ DỮ LIỆU — STAR SCHEMA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37560" y="1828800"/>
            <a:ext cx="246888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18288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fact_product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dim_display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82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dim_camera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74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dim_performance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92024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47472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384048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840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dim_battery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747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dim_connectivity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-365760" y="1920240"/>
            <a:ext cx="214884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-365760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dim_utilities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dimension kết nối qua product_id (Foreign Key)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CÁC BẢNG DIMENSION (1/2)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 trường chính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display_type, resolution, screen_size, touch_technology, color_depth, display_standard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rear_camera, front_camera, flash_light, camera_features, video_recording, video_call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chipset, cpu_speed, core_count, ram_capacity, gpu_chip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internal_storage, external_memory, max_external_support, phonebook_storage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CÁC BẢNG DIMENSION (2/2)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 trường chính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design_style, dimensions,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battery_type, battery_capacity, removable_battery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wifi, bluetooth, nfc, sim_type, sim_slots, gps, network_3g/4g, usb, charging_port...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dim_utilities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movie_playback, music_playback, voice_recorder, fm_radio, other_features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dim tables đều có thêm: youtuber_review (JSON), user_review (JSON), last_updated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DỮ LIỆU YOUTUBE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 YouTube Data API  ·  yt-dlp  ·  youtube-transcript-api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YouTube API: query "review {product_name}", regionCode="VN"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Pool (thread-safe): auto-rotate khi hết quota (HTTP 403)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ThreadPoolExecutor: 3 workers song song, mỗi product 1 thread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cụ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yt-dlp (-x --audio-format mp3)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yt-dlp (--write-comments)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youtube-transcript-api (vi &gt; 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AWS S3 &amp; METADATA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 boto3 (AWS SDK)  ·  S3 Bucket: smartphone-data-s3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874520" cy="91440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320040" cy="27432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về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tạm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8745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06040" y="1737360"/>
            <a:ext cx="1874520" cy="91440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737360"/>
            <a:ext cx="320040" cy="27432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18745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1737360"/>
            <a:ext cx="1874520" cy="91440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37360"/>
            <a:ext cx="320040" cy="27432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03720" y="1737360"/>
            <a:ext cx="1874520" cy="91440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737360"/>
            <a:ext cx="320040" cy="27432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2011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S3 path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RDS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lưu vào RDS: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dim_video_transcripts: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video_id, product_id, youtube_url, s3_audio_path, s3_transcript_path, s3_comments_path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dim_video_comments: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comment_id, video_id (FK), user_name, comment_text, created_at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BÌNH LUẬN THEO KHÍA CẠNH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pháp:  Regex Keyword Matching (word boundary \b)  ·  _aspect_keywords.py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 dụ keywords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 hình, oled, screen, 120Hz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chụp, zoom, selfie, 48MP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pin, sạc nhanh, 5000mAh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lag, mượt, game, snapdragon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thiết kế, mỏng, nhẹ,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nhớ, rom, 256GB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wifi, 5g, bluetooth, nfc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vân tay, chống nước, ip68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645920"/>
            <a:ext cx="2926080" cy="288036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kết quả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"Camera đẹp, pin trâu"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{"camera": 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"battery": 1}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comment có thể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nhiều aspect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BÌNH LUẬN VÀO BẢNG DIMENSION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 run_classify_comment_aspect.py  (Step 2 — Aggregation)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822960"/>
          </a:xfrm>
          <a:prstGeom prst="rect">
            <a:avLst/>
          </a:prstGeom>
          <a:solidFill>
            <a:srgbClr val="0F27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dim_video_comments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(aspects JSONB)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560320" cy="822960"/>
          </a:xfrm>
          <a:prstGeom prst="rect">
            <a:avLst/>
          </a:prstGeom>
          <a:solidFill>
            <a:srgbClr val="0F274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aspect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783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560320" cy="822960"/>
          </a:xfrm>
          <a:prstGeom prst="rect">
            <a:avLst/>
          </a:prstGeom>
          <a:solidFill>
            <a:srgbClr val="0F2740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dim_*.user_review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user_review (JSON):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{"total": 42, "comments": ["comment 1", "comment 2", ...]}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aspect → 8 bảng dimension tương ứng (display → dim_display, camera → dim_camera, ...)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DỮ LIỆU — VECTOR 768D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dangvantuan/vietnamese-embedding  (XLM-RoBERTa, 768D)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vietnamese-embedding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MiniLM-L12-v2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Chiều 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Chuyên biệt (trained)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Đa ngôn ngữ chung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Chất lượng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554480" y="3520440"/>
            <a:ext cx="1645920" cy="64008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5448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pyvi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0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3520440"/>
            <a:ext cx="1645920" cy="64008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(160 tokens)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20640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94960" y="3520440"/>
            <a:ext cx="1645920" cy="64008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0" y="3611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315200" y="3520440"/>
            <a:ext cx="1645920" cy="640080"/>
          </a:xfrm>
          <a:prstGeom prst="rect">
            <a:avLst/>
          </a:prstGeom>
          <a:solidFill>
            <a:srgbClr val="0F27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trữ: PostgreSQL + pgvector  ·  Index: IVFFlat (cosine similarity)  ·  Batch: 512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RAG — KIẾN TRÚC TỔNG QUAN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 LangGraph (ReAct)  ·  Model: GPT-4o-mini  ·  Session: Redis (TTL 1800s)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1828800" cy="914400"/>
          </a:xfrm>
          <a:prstGeom prst="rect">
            <a:avLst/>
          </a:prstGeom>
          <a:solidFill>
            <a:srgbClr val="0F2740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920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331720" y="1783080"/>
            <a:ext cx="1828800" cy="914400"/>
          </a:xfrm>
          <a:prstGeom prst="rect">
            <a:avLst/>
          </a:prstGeom>
          <a:solidFill>
            <a:srgbClr val="0F274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0520" y="1920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1828800" cy="914400"/>
          </a:xfrm>
          <a:prstGeom prst="rect">
            <a:avLst/>
          </a:prstGeom>
          <a:solidFill>
            <a:srgbClr val="0F2740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46520" y="1783080"/>
            <a:ext cx="1828800" cy="914400"/>
          </a:xfrm>
          <a:prstGeom prst="rect">
            <a:avLst/>
          </a:prstGeom>
          <a:solidFill>
            <a:srgbClr val="0F2740"/>
          </a:solidFill>
          <a:ln w="1905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3017520"/>
            <a:ext cx="2743200" cy="457200"/>
          </a:xfrm>
          <a:prstGeom prst="rect">
            <a:avLst/>
          </a:prstGeom>
          <a:solidFill>
            <a:srgbClr val="0F27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Response (cited quotes)  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pattern: Reasoning + Action loop tự động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dẫn chính xác từ bình luận thật (không hallucinate)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"không có dữ liệu" khi thiếu comments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— HYPOTHETICAL DOCUMENT EMBEDDINGS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A254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Gao et al. 2022  ·  Model: GPT-4o-mini  ·  K=5, temperature=0.9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GPT generates K=5 hypothetical YouTube comments (temp=0.9)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hypothetical docs + original query bằng vietnamese-embedding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 element-wise → composite query vector (Equation 8)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search trên pgvector → top_k=20 kết quả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cải thiện chất lượng retrieval bằng cách mở rộng query thành nhiều góc nhìn đa dạng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CÔNG CỤ CỦA RAG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năng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thuật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search_product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Tìm sản phẩm theo tên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search (similarity &gt; 0.1)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get_all_specs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Lấy toàn bộ 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8 dim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get_product_specs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theo khía cạnh cụ thể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dim cụ thể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Tìm bình luận liên quan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 + pgvector (top_k=20)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list_products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Lọc theo brand/giá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ILIKE + price filter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tự động chọn tool phù hợp dựa trên ngữ cảnh câu hỏi (ReAct reasoning loop)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&amp; QUẢN LÝ PHIÊN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Rules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dẫn chính xác từ bình luận thật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aspect cụ thể được hỏi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"không có dữ liệu" khi thiếu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hallucinate — chỉ dùng dữ liệu thật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Redis-based TTL: 1800s (30 phút)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checkpointer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Auto-reset sau inactivity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 resolution tự động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KẾT QUẢ ĐẠT ĐƯỢC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77640" cy="13716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hoàn chỉnh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bước từ crawl đến embedding, tự động hóa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3716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73152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+ 8 Dimension + 2 YouTube + 1 Embedding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3716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73152" cy="1371600"/>
          </a:xfrm>
          <a:prstGeom prst="rect">
            <a:avLst/>
          </a:prstGeom>
          <a:solidFill>
            <a:srgbClr val="1B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retrieval + 5 tools + trích dẫn bình luận thật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3977640" cy="13716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743200"/>
            <a:ext cx="73152" cy="1371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S3, PostgreSQL RDS, Redis, Docker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CHI TIẾT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51560"/>
          <a:ext cx="7315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mục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Sản phẩm thu thập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~1,500+ smartphone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Bình luận YouTube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12,800+ 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YouTube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 nghìn video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dữ liệu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bảng (Star Schema)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768D, pgvector IVFFlat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Agent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tools, GPT-4o-mini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trữ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 + PostgreSQL 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" cy="685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dữ liệu giới hạn 1 website (MobileCity) — chưa đa nguồn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502920" cy="685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comment dựa trên keyword — chưa dùng deep learning classifier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502920" cy="685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evaluation benchmark cho RAG response quality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502920" cy="685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94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quota giới hạn — cần nhiều API key để scale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TƯƠNG LAI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nguồn crawl (TGDD, CellphoneS, FPT Shop)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50292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classifier thay thế keyword matching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502920" cy="685800"/>
          </a:xfrm>
          <a:prstGeom prst="rect">
            <a:avLst/>
          </a:prstGeom>
          <a:solidFill>
            <a:srgbClr val="1B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embedding model trên dữ liệu tiếng Việt domain-specific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0F274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502920" cy="6858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94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UI/UX hoàn chỉnh &amp; deploy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371600"/>
            <a:ext cx="54864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&amp; CÁC BẠN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LẮNG NGHE!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54864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DS200 — Big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placeholder]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DS200 Big Data</dc:title>
  <dc:subject>PptxGenJS Presentation</dc:subject>
  <dc:creator>DS200 Team</dc:creator>
  <cp:lastModifiedBy>DS200 Team</cp:lastModifiedBy>
  <cp:revision>1</cp:revision>
  <dcterms:created xsi:type="dcterms:W3CDTF">2026-06-02T11:50:40Z</dcterms:created>
  <dcterms:modified xsi:type="dcterms:W3CDTF">2026-06-02T11:50:40Z</dcterms:modified>
</cp:coreProperties>
</file>